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1.png"/><Relationship Id="rId4" Type="http://schemas.openxmlformats.org/officeDocument/2006/relationships/image" Target="../media/image-8-2.png"/><Relationship Id="rId5" Type="http://schemas.openxmlformats.org/officeDocument/2006/relationships/image" Target="../media/image-8-1.png"/><Relationship Id="rId6" Type="http://schemas.openxmlformats.org/officeDocument/2006/relationships/image" Target="../media/image-8-2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28568" y="684808"/>
            <a:ext cx="690644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endParaRPr lang="en-US" sz="1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1146274"/>
            <a:ext cx="5867352" cy="1955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3360" y="3351213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IILM University</a:t>
            </a:r>
            <a:endParaRPr lang="en-US" sz="3450" dirty="0"/>
          </a:p>
        </p:txBody>
      </p:sp>
      <p:sp>
        <p:nvSpPr>
          <p:cNvPr id="6" name="Text 2"/>
          <p:cNvSpPr/>
          <p:nvPr/>
        </p:nvSpPr>
        <p:spPr>
          <a:xfrm>
            <a:off x="5233360" y="3971330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Artificial Intelligence Internship</a:t>
            </a:r>
            <a:endParaRPr lang="en-US" sz="2750" dirty="0"/>
          </a:p>
        </p:txBody>
      </p:sp>
      <p:sp>
        <p:nvSpPr>
          <p:cNvPr id="7" name="Text 3"/>
          <p:cNvSpPr/>
          <p:nvPr/>
        </p:nvSpPr>
        <p:spPr>
          <a:xfrm>
            <a:off x="5233360" y="4663480"/>
            <a:ext cx="6296860" cy="1659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9000"/>
              </a:lnSpc>
              <a:spcAft>
                <a:spcPts val="1450"/>
              </a:spcAft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Name: Praveen Mishra</a:t>
            </a:r>
            <a:endParaRPr lang="en-US" sz="1350" dirty="0"/>
          </a:p>
          <a:p>
            <a:pPr algn="ctr" indent="0" marL="0">
              <a:lnSpc>
                <a:spcPct val="129000"/>
              </a:lnSpc>
              <a:spcAft>
                <a:spcPts val="1450"/>
              </a:spcAft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Enrollment Number: 25scs1003001114</a:t>
            </a:r>
            <a:endParaRPr lang="en-US" sz="1350" dirty="0"/>
          </a:p>
          <a:p>
            <a:pPr algn="ctr" indent="0" marL="0">
              <a:lnSpc>
                <a:spcPct val="129000"/>
              </a:lnSpc>
              <a:spcAft>
                <a:spcPts val="1450"/>
              </a:spcAft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 &amp; Semester: B-tech CSE &amp; 3rd</a:t>
            </a:r>
            <a:endParaRPr lang="en-US" sz="1350" dirty="0"/>
          </a:p>
          <a:p>
            <a:pPr algn="ctr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 Name: Codec Technologies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954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Training Program Graduate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360216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55557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Comprehensive Training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964259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Completed a rigorous AI Training Program at Codec Technologies, covering both theory and applied practice.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360216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55557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Practical Applications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964259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Mastered AI fundamentals and translated classroom knowledge into hands-on project delivery.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558308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7536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Certified Professional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516235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Earned industry-level certification demonstrating competency in modern AI concepts and tools.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676598"/>
            <a:ext cx="1841255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733252"/>
            <a:ext cx="222403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CODEC TECHNOLOGIES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2039342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1-Month AI Internship Experience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3409652"/>
            <a:ext cx="690326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Position: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Artificial Intelligence Intern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Duration: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June 12 – July 12, 2026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Focus: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Hands-on experience with real-world AI projects and professional tasks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4619129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full-immersion internship working alongside industry professionals to deliver meaningful AI-driven outcomes.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62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Skills Developed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3487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54359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Technical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952280"/>
            <a:ext cx="3465426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fundamentals &amp; model design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Problem-solving &amp; debugging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implementation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83487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54359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Professional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952280"/>
            <a:ext cx="3465426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execution &amp; delivery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management &amp; prioritization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collaboration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83487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54359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Soft Skills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952280"/>
            <a:ext cx="3465426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communication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Initiative &amp; self-learning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Dedication &amp; adaptability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2023864"/>
            <a:ext cx="994345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2080518"/>
            <a:ext cx="13771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1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2386608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Email Spam Detector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3166269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a machine learning model capable of accurately classifying incoming emails as spam or legitimate — putting real ML into production-style practice.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3941167"/>
            <a:ext cx="690326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AI algorithms for text analysis and pattern recognition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Trained and evaluated classification model performance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Demonstrated end-to-end practical ML implementation skills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023864"/>
            <a:ext cx="994345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2080518"/>
            <a:ext cx="13771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386608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Service Chatbot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166269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a conversational AI chatbot designed to automate and enhance customer support interactions — showcasing applied NLP from the ground up.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941167"/>
            <a:ext cx="690326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Implemented natural language processing (NLP) capabilities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dialogue flows for realistic customer interactions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customer interaction automation and response quality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1108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Achievements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85205"/>
            <a:ext cx="3053877" cy="25887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74959" y="162698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875881" y="2241153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Training Certification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75881" y="2649835"/>
            <a:ext cx="26250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Successfully completed the full AI Training Program at Codec Technologies.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4359" y="1485205"/>
            <a:ext cx="3053976" cy="25887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17843" y="162698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4118765" y="2241153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Internship Completed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4118765" y="2649835"/>
            <a:ext cx="2625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Finished the one-month AI Internship with consistently strong performance throughout.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262934"/>
            <a:ext cx="6296860" cy="198387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96451" y="440471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875881" y="5018881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Letter of Recommendation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75881" y="5427563"/>
            <a:ext cx="58680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Received a formal Letter of Recommendation from Codec Technologies acknowledging excellence.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309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Recognition &amp; Recommendations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99581"/>
            <a:ext cx="3496877" cy="1827411"/>
          </a:xfrm>
          <a:prstGeom prst="roundRect">
            <a:avLst>
              <a:gd name="adj" fmla="val 434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470" y="2911574"/>
            <a:ext cx="226808" cy="22681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549" y="4688185"/>
            <a:ext cx="226808" cy="2268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0335" y="3308449"/>
            <a:ext cx="287915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Recognized for outstanding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dedication, enthusiasm, and professionalism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throughout the internship engagement.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4347359" y="2999581"/>
            <a:ext cx="3496877" cy="1827411"/>
          </a:xfrm>
          <a:prstGeom prst="roundRect">
            <a:avLst>
              <a:gd name="adj" fmla="val 434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354" y="2911574"/>
            <a:ext cx="226808" cy="226814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433" y="4688185"/>
            <a:ext cx="226808" cy="22681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56219" y="3308449"/>
            <a:ext cx="2879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Praised for strong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technical skills and exceptional work ethic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every project undertaken.</a:t>
            </a:r>
            <a:endParaRPr lang="en-US" sz="1450" dirty="0"/>
          </a:p>
        </p:txBody>
      </p:sp>
      <p:sp>
        <p:nvSpPr>
          <p:cNvPr id="11" name="Shape 5"/>
          <p:cNvSpPr/>
          <p:nvPr/>
        </p:nvSpPr>
        <p:spPr>
          <a:xfrm>
            <a:off x="8033244" y="2999581"/>
            <a:ext cx="3496877" cy="1827411"/>
          </a:xfrm>
          <a:prstGeom prst="roundRect">
            <a:avLst>
              <a:gd name="adj" fmla="val 434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5239" y="2911574"/>
            <a:ext cx="226808" cy="226814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1317" y="4688185"/>
            <a:ext cx="226808" cy="22681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342104" y="3308449"/>
            <a:ext cx="287915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Recommended for future opportunities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Codec Technologies — a testament to performance and potential.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70298"/>
            <a:ext cx="6903269" cy="43174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441" y="3221476"/>
            <a:ext cx="1423231" cy="47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Rapid Learning &amp; Adaptation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3401174" y="5046772"/>
            <a:ext cx="1423231" cy="47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Independent &amp; Collaborative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970305" y="3101292"/>
            <a:ext cx="1423231" cy="71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Complex Problem‑Solving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401174" y="1334034"/>
            <a:ext cx="1423231" cy="47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AI/ML Development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32251" y="1496516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Competencies Demonstrated</a:t>
            </a:r>
            <a:endParaRPr lang="en-US" sz="3700" dirty="0"/>
          </a:p>
        </p:txBody>
      </p:sp>
      <p:sp>
        <p:nvSpPr>
          <p:cNvPr id="8" name="Text 5"/>
          <p:cNvSpPr/>
          <p:nvPr/>
        </p:nvSpPr>
        <p:spPr>
          <a:xfrm>
            <a:off x="8032251" y="2866827"/>
            <a:ext cx="3504219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AI/ML model development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from design through deployment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Complex problem-solving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tackling real-world technical challenges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Independent &amp; collaborative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ability to thrive both solo and in a team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Quick learning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rapid adaptation to new technologies and workflows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9404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This Matters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468166"/>
            <a:ext cx="6296860" cy="2795786"/>
          </a:xfrm>
          <a:prstGeom prst="roundRect">
            <a:avLst>
              <a:gd name="adj" fmla="val 284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7825" y="2474516"/>
            <a:ext cx="3142080" cy="1693962"/>
          </a:xfrm>
          <a:custGeom>
            <a:avLst/>
            <a:gdLst/>
            <a:ahLst/>
            <a:cxnLst/>
            <a:rect l="l" t="t" r="r" b="b"/>
            <a:pathLst>
              <a:path w="3142080" h="1693962">
                <a:moveTo>
                  <a:pt x="66156" y="0"/>
                </a:moveTo>
                <a:lnTo>
                  <a:pt x="3142080" y="0"/>
                </a:lnTo>
                <a:lnTo>
                  <a:pt x="3142080" y="1693962"/>
                </a:lnTo>
                <a:lnTo>
                  <a:pt x="0" y="1693962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3"/>
          <p:cNvSpPr/>
          <p:nvPr/>
        </p:nvSpPr>
        <p:spPr>
          <a:xfrm>
            <a:off x="856832" y="2663527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Real-World Experience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072209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Hands-on AI work in a live professional environment — not just theory.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809905" y="2474516"/>
            <a:ext cx="3142080" cy="1693962"/>
          </a:xfrm>
          <a:custGeom>
            <a:avLst/>
            <a:gdLst/>
            <a:ahLst/>
            <a:cxnLst/>
            <a:rect l="l" t="t" r="r" b="b"/>
            <a:pathLst>
              <a:path w="3142080" h="1693962">
                <a:moveTo>
                  <a:pt x="0" y="0"/>
                </a:moveTo>
                <a:lnTo>
                  <a:pt x="3075924" y="0"/>
                </a:lnTo>
                <a:arcTo hR="66158" wR="66156" stAng="16200000" swAng="5400000"/>
                <a:lnTo>
                  <a:pt x="3142080" y="1693962"/>
                </a:lnTo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Shape 6"/>
          <p:cNvSpPr/>
          <p:nvPr/>
        </p:nvSpPr>
        <p:spPr>
          <a:xfrm>
            <a:off x="3809905" y="2474516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0" name="Text 7"/>
          <p:cNvSpPr/>
          <p:nvPr/>
        </p:nvSpPr>
        <p:spPr>
          <a:xfrm>
            <a:off x="3998912" y="2663527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Proven Delivery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3998912" y="3072209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Demonstrated the ability to build and deliver functional AI solutions end-to-end.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7825" y="4168477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hR="66158" wR="66156" stAng="0" swAng="5400000"/>
                <a:lnTo>
                  <a:pt x="66156" y="1089124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825" y="4168477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4" name="Text 11"/>
          <p:cNvSpPr/>
          <p:nvPr/>
        </p:nvSpPr>
        <p:spPr>
          <a:xfrm>
            <a:off x="856832" y="435748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Strong Foundation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6832" y="4766171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equipped for AI engineering and data science roles from day one.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324570"/>
            <a:ext cx="2011411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381224"/>
            <a:ext cx="239418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TO OPPORTUNITIES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687314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Ready for the Next Challenge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2466975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certified training, a completed internship, two delivered AI projects, and a Letter of Recommendation in hand — Praveen Mishra is ready to contribute from day one.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3544292"/>
            <a:ext cx="690326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Seeking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AI/ML Engineering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 Science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opportunities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Equipped with practical skills and strong industry recommendations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Committed to continuous learning and driving innovation forward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33201" y="4796334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E1E1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5083076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47449" y="5013623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connect — open to full-time roles and collaborative projects in AI.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2026-08-23T18:21:34Z</dcterms:created>
  <dcterms:modified xsi:type="dcterms:W3CDTF">2026-08-23T18:21:34Z</dcterms:modified>
</cp:coreProperties>
</file>